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02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E371B-9474-8510-6716-D59DC0E324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5FBF8E-7C29-2A24-5B0F-B801AA0858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B3A2A-2FEE-640F-84F7-8A47AAE00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04738-5BBA-4843-8F28-F285CBFD1F5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82F9B-EB8D-15CB-FFDF-1EC66DEFB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07278-9107-4B60-B312-E68CE025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65518-5109-4787-8595-3AA321A76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616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2656C-5126-F1CB-0633-683CDE963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016C0-8AA0-4FA6-BB02-249A79F13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2CFA6-1B3A-88D6-6B22-3FCA4ED62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04738-5BBA-4843-8F28-F285CBFD1F5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666B2-3C61-D541-0D27-8E4F69CAD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0B9FD-D99A-C616-AB35-877A88677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65518-5109-4787-8595-3AA321A76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804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72731-C53E-1350-28DD-298A555BA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F5395-5398-4269-2F1A-0453D8853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3EC6E-6C06-CFCE-BA1A-BCDA8903A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04738-5BBA-4843-8F28-F285CBFD1F5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50811-2DD7-56BF-EDFF-5C2C4F35F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C6B8D-D738-3BCF-9575-BB49DFB99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65518-5109-4787-8595-3AA321A76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630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0CA75-8DD3-3404-411A-8B1AA694E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8C98F-9028-30EB-1883-260F71E33B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35BC03-E686-BBAF-6B48-101D637D0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B29A34-B8B3-2C6D-D96A-DD0C5E994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04738-5BBA-4843-8F28-F285CBFD1F5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C6002-9527-B1BB-8104-EEB687A90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9F5230-33ED-ECB1-7D5E-E098B7875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65518-5109-4787-8595-3AA321A76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081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CA99B-A531-FC3E-2FAA-E89C09D36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4E7A67-3F85-A766-585F-1CA3B28AC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3CE75-AC4E-9CF5-CED8-909F05373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9B3A8B-A975-C655-4079-6021B6E90E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1AACFA-F9D3-B9CF-7892-7D55D7F481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2082FF-7F56-E155-E8CC-394A16F87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04738-5BBA-4843-8F28-F285CBFD1F5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F375-E7A7-1587-7D03-2043D7BFC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9700AE-0A4F-C83B-9A3B-A98799143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65518-5109-4787-8595-3AA321A76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334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D8642-9D63-E2BC-D832-0DCEA5240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FDEDB2-212C-C068-0FE4-5B8573F6C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04738-5BBA-4843-8F28-F285CBFD1F5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B5C47-E3F6-40F7-CD9F-794EF4AAB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B2BC7E-1D94-2DD6-C463-D5923F335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65518-5109-4787-8595-3AA321A76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072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0F310-1AB4-4E46-0183-F3B058EE2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04738-5BBA-4843-8F28-F285CBFD1F5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D9D64E-B5E6-94A5-7945-F758DD70B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F9D11-611E-793D-9D42-D90063DA0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65518-5109-4787-8595-3AA321A76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233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5FB34-BAD6-00D0-240B-7C77A0C99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E636E-B359-B3FA-207E-9A1BFF566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8748A0-BE29-5986-73B2-4E8E254C4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CBC546-099A-4FA5-6C38-DD2D3FD35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04738-5BBA-4843-8F28-F285CBFD1F5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102BCF-882D-72D7-8983-0C1E79ED4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22266F-E89D-5FBD-FA95-FB31A86C3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65518-5109-4787-8595-3AA321A76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073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10BE7-9D70-C4CA-54C0-0167C8FB1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ACFC4E-8B96-8A9A-52CE-692C557102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8A579E-F5BA-DEBC-2688-481F013DF4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86E2E-63AC-EC42-218F-0390CA844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04738-5BBA-4843-8F28-F285CBFD1F5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92295E-32C8-1FE4-5272-399388735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9CDAC5-88F0-E2D2-7C0D-8A4F1DCAA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65518-5109-4787-8595-3AA321A76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383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2C5B1-704F-AC45-8D1A-640FE9C28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C69636-4915-2B76-6055-70136EB575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ED922-395E-3C3E-B154-94573F072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04738-5BBA-4843-8F28-F285CBFD1F5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8BDBB-3C7B-0EE6-C3D1-94B47C98A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574ED-3F0E-F299-2436-20A7758CB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65518-5109-4787-8595-3AA321A76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62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68BF88-A5BE-F902-A0DE-84EB41B9A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32F454-6F38-2C75-55FF-07CB129DFD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31F6-7152-53F8-DF09-7C8F08AA2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04738-5BBA-4843-8F28-F285CBFD1F5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AC994-F437-6E06-A3DF-C28DF9E46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06994-AB51-3BC7-A16C-EDC21A72A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65518-5109-4787-8595-3AA321A76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1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1BD85C-E297-D0FB-F86B-55FB52E3B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9BB86B-D558-6668-A190-23F4E2B3B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8B180-6DE1-32AB-FE68-32AEA4390E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804738-5BBA-4843-8F28-F285CBFD1F5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0821F-9248-54F1-C8F5-7CD4CBE473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10AA7-B77A-4342-79BE-D02A60511A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F65518-5109-4787-8595-3AA321A76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063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CFF1ECC-76C8-CFA6-761E-CB40403030AD}"/>
              </a:ext>
            </a:extLst>
          </p:cNvPr>
          <p:cNvSpPr txBox="1"/>
          <p:nvPr/>
        </p:nvSpPr>
        <p:spPr>
          <a:xfrm>
            <a:off x="355600" y="254000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Before: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268162-4170-0719-24CF-BA0EF2270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510" y="401320"/>
            <a:ext cx="3180592" cy="605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294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F079C-2640-54CA-809B-887E17B51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A2F114-B98C-13AF-FA5B-05C7768BA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3686" y="2965974"/>
            <a:ext cx="3552281" cy="44828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151AC0-0E0A-66A1-4AE1-8BD1AED56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576" y="2401184"/>
            <a:ext cx="3169584" cy="7043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A35AD5-524D-4066-D531-6C26656B364C}"/>
              </a:ext>
            </a:extLst>
          </p:cNvPr>
          <p:cNvSpPr txBox="1"/>
          <p:nvPr/>
        </p:nvSpPr>
        <p:spPr>
          <a:xfrm>
            <a:off x="355600" y="254000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After: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47CAFC-5784-8E1D-D941-3D59A11177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576" y="172981"/>
            <a:ext cx="3342304" cy="22282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19E43A-ACC2-4805-C9B2-1EAC5AADA97B}"/>
              </a:ext>
            </a:extLst>
          </p:cNvPr>
          <p:cNvSpPr txBox="1"/>
          <p:nvPr/>
        </p:nvSpPr>
        <p:spPr>
          <a:xfrm>
            <a:off x="3381826" y="-51372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rgbClr val="282828"/>
                </a:solidFill>
                <a:effectLst/>
                <a:latin typeface="OpenAI Sans"/>
              </a:rPr>
              <a:t>Upcoming Paid Focus Group Opportunity </a:t>
            </a:r>
          </a:p>
          <a:p>
            <a:pPr algn="ctr"/>
            <a:r>
              <a:rPr lang="en-US" b="1" i="0" dirty="0">
                <a:solidFill>
                  <a:srgbClr val="282828"/>
                </a:solidFill>
                <a:effectLst/>
                <a:latin typeface="OpenAI Sans"/>
              </a:rPr>
              <a:t>(Limited Spots Available)</a:t>
            </a:r>
          </a:p>
        </p:txBody>
      </p:sp>
    </p:spTree>
    <p:extLst>
      <p:ext uri="{BB962C8B-B14F-4D97-AF65-F5344CB8AC3E}">
        <p14:creationId xmlns:p14="http://schemas.microsoft.com/office/powerpoint/2010/main" val="4070275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14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OpenAI Sans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Jeff</dc:creator>
  <cp:lastModifiedBy>Jeff</cp:lastModifiedBy>
  <cp:revision>1</cp:revision>
  <dcterms:created xsi:type="dcterms:W3CDTF">2026-03-11T03:25:48Z</dcterms:created>
  <dcterms:modified xsi:type="dcterms:W3CDTF">2026-03-11T03:38:43Z</dcterms:modified>
</cp:coreProperties>
</file>